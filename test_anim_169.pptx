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108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80B94-E21E-E595-2F9C-EA727C646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C90AA-7399-53A7-657D-9E3D51DBC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CF5C2-87A3-DC52-62C1-F4396B5A7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8499-5826-4065-B088-BD3B3A114E8D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B61F5-2380-84E9-DE39-34083DA75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BAF26-D29B-4765-EC7D-B42EAEACE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2E3D-3785-45D0-AFE4-EFA865150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32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493C9-1CEE-2D6A-08A2-9668C12E5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97599-1C35-6FE9-201A-1F0B1A083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5589-D0C8-DD57-7B6F-22B9976B6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8499-5826-4065-B088-BD3B3A114E8D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FBE3E-0CB1-7B23-99B7-12AD9E866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E7752-FE26-2CDF-93D0-5A5510CE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2E3D-3785-45D0-AFE4-EFA865150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12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4AAEA-4D55-836F-D3CF-B1F127D82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50623-99D1-28A6-1B67-4CE64A37F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AAE00-8FFC-6A11-355B-A20CA9DA1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8499-5826-4065-B088-BD3B3A114E8D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B48E8-97C2-9C67-7C7F-DB10C4F4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B9387-AFE0-1CDB-0654-1AD2CAE47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2E3D-3785-45D0-AFE4-EFA865150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35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915D-35AF-A7AB-BEB9-F547ACC27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FDCD5-7852-E75C-0F22-2555D2D9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EB6A6-68FF-9C74-F335-4CCF2EA33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6DADDA-34BB-AF5D-B703-631F7288B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8499-5826-4065-B088-BD3B3A114E8D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E9586-EE65-4059-2A95-E0769884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E55E0-5710-3F17-A9A3-C1461AE2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2E3D-3785-45D0-AFE4-EFA865150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04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FC034-308A-D90A-547C-DFA406F9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25DE3-6BDC-8CF6-FE01-E7E2E5384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63365-0E33-D328-B12D-AA1111FA6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411927-1986-6C49-2CCD-0B8BDD09C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A071FA-B18C-159E-EE70-BADBF8FFF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64B0DF-344C-8925-88E4-20BB61448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8499-5826-4065-B088-BD3B3A114E8D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3EE338-1F5C-6FAD-13A2-A852AB85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2CCDB7-76C3-1424-F6FA-ED93DB387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2E3D-3785-45D0-AFE4-EFA865150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9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F08EC-0307-81D3-75B0-F148D988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2DDF4-7D82-ACBC-E18A-0324A197A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8499-5826-4065-B088-BD3B3A114E8D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BBAB2-6339-043F-89A7-55C83CA73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AA634-D804-0B6D-047C-5076BCC92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2E3D-3785-45D0-AFE4-EFA865150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5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87D11-9187-4E1A-1404-03C437C5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8499-5826-4065-B088-BD3B3A114E8D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7E0C8A-65FA-9925-4349-518E5F9D8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D4F0C-4ACF-581F-412A-788A49A4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2E3D-3785-45D0-AFE4-EFA865150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6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BAB60-B432-D2D0-3981-FD07222F5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365C9-541F-BDF0-6E5F-F73F46B9B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4F92D-1AA0-E9A2-81A2-6BC8F1113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750EC-9659-1118-850C-6869DAC3D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8499-5826-4065-B088-BD3B3A114E8D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226D4-B189-C090-1FBD-84D811326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483FA-8383-B351-A646-9C1C09C8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2E3D-3785-45D0-AFE4-EFA865150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52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AC2F-1CB3-CBDC-B99A-9D7E648B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25FC1-A3FA-B2E5-CC50-5AC4AEEE59D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AB154-0B6E-4008-6903-0C918CD96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267F6-4C67-E5AF-8FC6-9B95C401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8499-5826-4065-B088-BD3B3A114E8D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52EA4-F692-6167-252D-E3A554846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6EFAA-1EBB-1D0F-B451-B00EE9FE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2E3D-3785-45D0-AFE4-EFA865150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79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812DC-7E09-A579-000F-950C0308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489964-89AF-15DB-2AA4-0F4B25AE1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8795A-26AB-6479-7CD6-4A4C5F18C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8499-5826-4065-B088-BD3B3A114E8D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1BBBA-783B-7FA7-7221-902398F39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AB549-C20C-EB3F-A886-91654C67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2E3D-3785-45D0-AFE4-EFA865150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154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61E19A-029A-CC97-9B86-1B835E986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59CBA-B0D2-41CB-4E00-4C7AF15CE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14089-CF56-F454-554E-949BAA37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8499-5826-4065-B088-BD3B3A114E8D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F14EA-1260-AF01-1C03-681212352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743E-4765-4133-7C9E-93194552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F2E3D-3785-45D0-AFE4-EFA865150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D4D102-1BDE-DD97-3A74-E3B55C9D1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FCD28-9F42-1814-D6BF-F43BC11CA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6D3D2-8701-4B09-6A4E-1690722B1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18499-5826-4065-B088-BD3B3A114E8D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C1E1A-1630-4BC4-11D3-4925D4173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5C0F0-4E52-717F-6A83-D61809088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F2E3D-3785-45D0-AFE4-EFA865150C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3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98844E-6011-53BA-5ED1-33A72831A63D}"/>
              </a:ext>
            </a:extLst>
          </p:cNvPr>
          <p:cNvSpPr txBox="1"/>
          <p:nvPr/>
        </p:nvSpPr>
        <p:spPr>
          <a:xfrm>
            <a:off x="762000" y="762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Testing 16:9 Slide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B88873-7F67-2082-0536-44C925081341}"/>
              </a:ext>
            </a:extLst>
          </p:cNvPr>
          <p:cNvSpPr/>
          <p:nvPr/>
        </p:nvSpPr>
        <p:spPr>
          <a:xfrm>
            <a:off x="762000" y="2540000"/>
            <a:ext cx="3175000" cy="1524000"/>
          </a:xfrm>
          <a:prstGeom prst="roundRect">
            <a:avLst>
              <a:gd name="adj" fmla="val 10000"/>
            </a:avLst>
          </a:prstGeom>
          <a:solidFill>
            <a:srgbClr val="121A2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FFF"/>
                </a:solidFill>
              </a:rPr>
              <a:t>Card 1: 100% Grounded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297D21-3335-7FC0-D241-3FDC0962C9F0}"/>
              </a:ext>
            </a:extLst>
          </p:cNvPr>
          <p:cNvSpPr/>
          <p:nvPr/>
        </p:nvSpPr>
        <p:spPr>
          <a:xfrm>
            <a:off x="4318000" y="2540000"/>
            <a:ext cx="3175000" cy="1524000"/>
          </a:xfrm>
          <a:prstGeom prst="roundRect">
            <a:avLst>
              <a:gd name="adj" fmla="val 10000"/>
            </a:avLst>
          </a:prstGeom>
          <a:solidFill>
            <a:srgbClr val="121A2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FFF"/>
                </a:solidFill>
              </a:rPr>
              <a:t>Card 2: Real-Time Data</a:t>
            </a:r>
          </a:p>
        </p:txBody>
      </p:sp>
    </p:spTree>
    <p:extLst>
      <p:ext uri="{BB962C8B-B14F-4D97-AF65-F5344CB8AC3E}">
        <p14:creationId xmlns:p14="http://schemas.microsoft.com/office/powerpoint/2010/main" val="305881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Gupta</dc:creator>
  <cp:lastModifiedBy>Aman Gupta</cp:lastModifiedBy>
  <cp:revision>1</cp:revision>
  <dcterms:created xsi:type="dcterms:W3CDTF">2026-09-28T12:44:55Z</dcterms:created>
  <dcterms:modified xsi:type="dcterms:W3CDTF">2026-09-28T12:44:55Z</dcterms:modified>
</cp:coreProperties>
</file>