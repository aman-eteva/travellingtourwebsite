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0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FB362-263C-130A-13BD-556538B1B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37A70-B658-18F8-5FCA-7ACA77200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CB951-5006-4E6D-E1B5-B59938BF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3E91-EE30-48BC-4172-2FDC7945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8B8D0-5CAA-C53E-FC7A-CB1A1F62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8E43-3533-DF39-2177-0AA6145F3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765DD-EE90-110D-8397-259221E97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9E2F8-6348-CCAB-847B-B4131957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5D391-7361-EDB7-09E3-811C37111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6BF95-0F9A-A24D-70C5-075B4D6C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8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C31C-E22E-FDE2-14A4-32196A90F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CB2DB-EE6E-3FC0-7422-DF81AF239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1597-9BB9-9E74-148E-4D38A317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A0BE-42F1-8408-9787-CCB80BE5F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75230-4B2A-8F6C-FCA4-24754A882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79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2AD8-0461-DC98-9057-65339F705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B286-9404-B430-7E7A-1612649BA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54101-6E30-9872-7787-2554A8533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E9123-84DD-34F4-15E4-0EEB0627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6FF85-BD88-162B-E3CA-D2FF4722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F77A7-F699-F596-3921-13ABFC2B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2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8849-EAC2-9279-4B2D-4588D57E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716D3-16EB-F608-D808-DB10E055B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63237-CEDC-02AD-E089-3F7732AC3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A5B3E-FA8D-70B8-690E-FF3A85E05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0331B0-5F36-BDD6-6A48-780612A9A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69CEC-CC9E-D127-5922-0F08A24E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602B0-E702-212C-384D-BECFFF14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CD746-EC38-5707-2F4E-9BCABCF5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4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3D3D-2C02-D9D1-5714-3C232C63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A3D92-00AD-011E-813D-86AA3D71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948A4-1506-C0CB-14AB-54790BFA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3C3B7-DB9E-7ABA-90A7-B9876B6D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3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463371-BC71-5185-D09F-7B544C7F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73462-DE29-9A4B-4B02-6070F8BF3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5CA6E-1CBC-D98E-A909-989829A7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13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A0CA-1ECF-4E3C-F055-80C31D31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B9886-02C3-71D5-BDFC-2038BD53E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9F648-F075-67D5-D8E5-D8E350074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3C156-6E1F-C261-E106-BB73DFF8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04171-04D6-3C14-87FD-1B4FA847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98324-6B89-1115-650D-F9B83A92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5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19B3-6B80-B1B4-F71B-72D72CBF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BB643-8D04-F5F6-7FE9-AE93BD9D169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087B6-B4B0-E36A-A8A8-E8BE323EE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ABDD6-4C3E-237B-1FBA-9341F432C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FA353-3AD8-05AC-8F1D-98F2A459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1568A-CFD3-E06B-97D0-A687466D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5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F414-E2D7-126C-6034-692A4175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A64C4-D01E-FB65-F732-78D46D186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4C78-2255-AB5B-0BDB-0F17D9289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DFDD8-288F-DDD1-3D8F-8026E3F2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7DFD2-1643-317E-7540-EBEC73FD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86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0E774-9037-C027-CA22-70C8B6925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4863B-0A8B-23F2-5BF4-2A18D2FA4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0B4F9-312B-63EE-D3CE-249FBC1B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2D2DB-D136-512F-2BC4-BE721DD39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D6B3B-3924-55B4-B973-D1237238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1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85980-7803-A8EA-6C99-0AF83AF5B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64FB1-EC5B-9963-8974-FBAD13E40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BC662-F289-EB73-0D9A-5DF7C2F9F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3FF0F-FAEB-4541-8258-E98A34D0A64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93AE2-8818-0922-4AFF-C54F5B657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4E2B3-60D1-C915-4CB1-4048BE785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77E16-2F52-4DF5-9C9F-C53673DFB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7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AEE81D-3CCE-7E95-3D67-A82C4C3F6670}"/>
              </a:ext>
            </a:extLst>
          </p:cNvPr>
          <p:cNvSpPr/>
          <p:nvPr/>
        </p:nvSpPr>
        <p:spPr>
          <a:xfrm>
            <a:off x="1270000" y="1270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AF47F2-A099-058C-1263-E62E086625EE}"/>
              </a:ext>
            </a:extLst>
          </p:cNvPr>
          <p:cNvSpPr/>
          <p:nvPr/>
        </p:nvSpPr>
        <p:spPr>
          <a:xfrm>
            <a:off x="1270000" y="3175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3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Gupta</dc:creator>
  <cp:lastModifiedBy>Aman Gupta</cp:lastModifiedBy>
  <cp:revision>1</cp:revision>
  <dcterms:created xsi:type="dcterms:W3CDTF">2026-09-28T12:43:51Z</dcterms:created>
  <dcterms:modified xsi:type="dcterms:W3CDTF">2026-09-28T12:43:51Z</dcterms:modified>
</cp:coreProperties>
</file>