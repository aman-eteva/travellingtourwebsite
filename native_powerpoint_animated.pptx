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4" d="100"/>
          <a:sy n="34" d="100"/>
        </p:scale>
        <p:origin x="108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AAC97-9CF1-38B6-E0F0-C05F93D365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2A9585-4193-5E7F-84A4-307E4B2B7B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769161-1327-4EEC-D30F-CA6740A37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76338-338F-4C5A-855B-7B40112A3A21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B03D45-67DC-7E74-C0CD-44BDB57FF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9BBE2-B6D9-A699-8BCF-400F7060B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88149-8853-4221-A920-4EBFF0D70A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314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1FDB5-EB0B-D52D-D811-F3C9B64B3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CFB0E-33F9-B5F2-7C1A-B3FD4DB83E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89B8A-50D9-DE44-957A-35BF791B0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76338-338F-4C5A-855B-7B40112A3A21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A7BCDE-BEF0-5CA3-C424-1090D9CFC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3D4BBC-8071-3E58-D876-33A2DBE29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88149-8853-4221-A920-4EBFF0D70A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66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8E1FD-C7CF-92C6-8CAC-9A4E0DC37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8DC78D-7951-E880-6C84-51FEE2450B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3461E9-B14A-4085-4EC9-C2877FF89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76338-338F-4C5A-855B-7B40112A3A21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F68182-D259-3F8F-69AA-9C142987F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591B6E-AF65-DC8B-4D37-68F705BBE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88149-8853-4221-A920-4EBFF0D70A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649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FCB45-6227-67B4-E161-80326A295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05166-B47C-7D1B-65E7-60F631C134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C06A8D-691B-D421-F41C-959E7A12E0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D01502-F5F6-6284-D558-C6674A8EF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76338-338F-4C5A-855B-7B40112A3A21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56CC47-A7D6-BBAF-E230-B667F5EBA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67AFBB-0DE9-B473-B0F5-2DFB131D9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88149-8853-4221-A920-4EBFF0D70A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587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6F989-5B81-C1AC-29DF-AEEC474D6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73B990-4CF3-C048-2E2D-872A995894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3D7B63-D049-DE88-CD8A-89B64DFE95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9FB1F6-BE48-BDD2-55EE-09CEA90544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01676E-95E4-129D-D200-EDF95CEFE6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3D9592-D811-DA51-CF9C-87CF62067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76338-338F-4C5A-855B-7B40112A3A21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0692A2-7F62-BD39-6BB9-F91DCDB00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715084-B5D6-562E-7C7F-B2A34FB45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88149-8853-4221-A920-4EBFF0D70A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493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69F6C-02EF-5204-E547-9673F5E7F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DFB972-25DC-D4B2-04C5-DD8BCA5FA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76338-338F-4C5A-855B-7B40112A3A21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14A5E8-FFAB-E518-2733-1CEC17C3A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E31359-8529-E32A-0D65-9E6A7ADD5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88149-8853-4221-A920-4EBFF0D70A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245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C9FEC1-439F-6375-6E01-CD7E64225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76338-338F-4C5A-855B-7B40112A3A21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F4258D-3AC8-FDC0-6C3F-E8B450F6E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575DDE-F326-5D7D-1416-85437BA33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88149-8853-4221-A920-4EBFF0D70A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057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86A06-0E66-20CC-9DEF-CB4C99C0A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2D2D92-3B53-3C5A-6BA6-D58CA0AEDC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1B142C-3A69-C1E5-3D03-6137B724D1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6020F8-DFA3-9CD5-8206-46645E6C1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76338-338F-4C5A-855B-7B40112A3A21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299AA6-9C2B-496A-0F0C-C258BE1CC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FBC442-2619-2411-F13B-78144A245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88149-8853-4221-A920-4EBFF0D70A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949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A7F67-861D-A028-AD9D-D3DAD41CC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CC0627-5DEA-E9F2-4E89-49E7A65887A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DB84A9-7123-1073-3A11-9DE423412F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A75876-488F-38D4-6A35-F4732F00D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76338-338F-4C5A-855B-7B40112A3A21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0B84AA-5D71-2771-6166-F1828AE7B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35E437-5032-ED38-AC6A-FF387CC42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88149-8853-4221-A920-4EBFF0D70A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218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1C948-03A1-F87B-B1FA-D6C632F3B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968D7B-B565-7656-ECB5-A77A35DCF7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5F25AE-6F05-F4CF-9209-9B82FE058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76338-338F-4C5A-855B-7B40112A3A21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196FD-83F9-2085-DC0A-686354CDF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04CF3-665E-DBFD-5380-1A191068F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88149-8853-4221-A920-4EBFF0D70A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66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247ADF-6FA1-1408-8652-1B15F32A23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D04EDF-FA49-C489-85D4-3ECA432AA3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A95114-0F19-D094-8E6D-7C3C077C6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76338-338F-4C5A-855B-7B40112A3A21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ADEEBE-5661-5AC1-D727-0F6D5C157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AFF40-1510-A283-2A95-E1DC25C8E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88149-8853-4221-A920-4EBFF0D70A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77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835E28-F66E-5584-A829-0A646CE24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857BA1-C47F-B626-565B-15788F8A62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19BD37-8520-0B6C-EC3A-127D578307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876338-338F-4C5A-855B-7B40112A3A21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1CC07C-4A97-62AA-B9A4-14833638D1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51EDE8-9189-FD70-09F8-7626061D45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488149-8853-4221-A920-4EBFF0D70A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068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85CEF7-372B-78E5-DA3C-DD0AAE7A0CED}"/>
              </a:ext>
            </a:extLst>
          </p:cNvPr>
          <p:cNvSpPr txBox="1"/>
          <p:nvPr/>
        </p:nvSpPr>
        <p:spPr>
          <a:xfrm>
            <a:off x="635000" y="635000"/>
            <a:ext cx="762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FFFFFF"/>
                </a:solidFill>
              </a:rPr>
              <a:t>Retrieval-Augmented Generation (RAG)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73B7B2-859B-AA7C-11C5-BBABE78FC68D}"/>
              </a:ext>
            </a:extLst>
          </p:cNvPr>
          <p:cNvSpPr/>
          <p:nvPr/>
        </p:nvSpPr>
        <p:spPr>
          <a:xfrm>
            <a:off x="635000" y="2540000"/>
            <a:ext cx="2286000" cy="1016000"/>
          </a:xfrm>
          <a:prstGeom prst="rect">
            <a:avLst/>
          </a:prstGeom>
          <a:solidFill>
            <a:srgbClr val="121A2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solidFill>
                  <a:srgbClr val="FFFFFF"/>
                </a:solidFill>
              </a:rPr>
              <a:t>100% Grounded
Zero hallucinations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CAF1DF-E11F-E0A6-B92B-04891533564F}"/>
              </a:ext>
            </a:extLst>
          </p:cNvPr>
          <p:cNvSpPr/>
          <p:nvPr/>
        </p:nvSpPr>
        <p:spPr>
          <a:xfrm>
            <a:off x="3175000" y="2540000"/>
            <a:ext cx="2286000" cy="1016000"/>
          </a:xfrm>
          <a:prstGeom prst="rect">
            <a:avLst/>
          </a:prstGeom>
          <a:solidFill>
            <a:srgbClr val="121A2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solidFill>
                  <a:srgbClr val="FFFFFF"/>
                </a:solidFill>
              </a:rPr>
              <a:t>Real-Time Data
Instant updates</a:t>
            </a:r>
          </a:p>
        </p:txBody>
      </p:sp>
    </p:spTree>
    <p:extLst>
      <p:ext uri="{BB962C8B-B14F-4D97-AF65-F5344CB8AC3E}">
        <p14:creationId xmlns:p14="http://schemas.microsoft.com/office/powerpoint/2010/main" val="2828771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Aman Gupta</dc:creator>
  <cp:lastModifiedBy>Aman Gupta</cp:lastModifiedBy>
  <cp:revision>1</cp:revision>
  <dcterms:created xsi:type="dcterms:W3CDTF">2026-09-28T12:44:15Z</dcterms:created>
  <dcterms:modified xsi:type="dcterms:W3CDTF">2026-09-28T12:44:15Z</dcterms:modified>
</cp:coreProperties>
</file>